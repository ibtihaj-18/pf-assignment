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Unna" charset="1" panose="02040503070705020203"/>
      <p:regular r:id="rId18"/>
    </p:embeddedFont>
    <p:embeddedFont>
      <p:font typeface="Unna Bold" charset="1" panose="02040703070705020203"/>
      <p:regular r:id="rId19"/>
    </p:embeddedFont>
    <p:embeddedFont>
      <p:font typeface="Bobby Jones" charset="1" panose="00000000000000000000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2812" y="3467100"/>
            <a:ext cx="17522376" cy="163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3282"/>
              </a:lnSpc>
            </a:pPr>
            <a:r>
              <a:rPr lang="ar-EG" sz="9487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مطالعۂ سیرت کی اہمیت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832415" y="5353050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48265" y="-3074580"/>
            <a:ext cx="1545925" cy="15297724"/>
            <a:chOff x="0" y="0"/>
            <a:chExt cx="407157" cy="40290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7157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7157">
                  <a:moveTo>
                    <a:pt x="0" y="0"/>
                  </a:moveTo>
                  <a:lnTo>
                    <a:pt x="407157" y="0"/>
                  </a:lnTo>
                  <a:lnTo>
                    <a:pt x="407157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7157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00535" y="7608308"/>
            <a:ext cx="4241381" cy="226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3216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By,</a:t>
            </a:r>
          </a:p>
          <a:p>
            <a:pPr algn="l">
              <a:lnSpc>
                <a:spcPts val="4502"/>
              </a:lnSpc>
            </a:pPr>
            <a:r>
              <a:rPr lang="en-US" sz="3216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M. Ibtihaj ( 5655784 )</a:t>
            </a:r>
          </a:p>
          <a:p>
            <a:pPr algn="l">
              <a:lnSpc>
                <a:spcPts val="4502"/>
              </a:lnSpc>
            </a:pPr>
            <a:r>
              <a:rPr lang="en-US" sz="3216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Sohail Abbas ( 5655992 )</a:t>
            </a:r>
          </a:p>
          <a:p>
            <a:pPr algn="l">
              <a:lnSpc>
                <a:spcPts val="450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945664" y="7608308"/>
            <a:ext cx="3725794" cy="17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02"/>
              </a:lnSpc>
            </a:pPr>
            <a:r>
              <a:rPr lang="en-US" sz="3216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Group # 02</a:t>
            </a:r>
          </a:p>
          <a:p>
            <a:pPr algn="r">
              <a:lnSpc>
                <a:spcPts val="4502"/>
              </a:lnSpc>
            </a:pPr>
            <a:r>
              <a:rPr lang="en-US" sz="3216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Course: Islamiat</a:t>
            </a:r>
          </a:p>
          <a:p>
            <a:pPr algn="r">
              <a:lnSpc>
                <a:spcPts val="450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2249410"/>
            <a:ext cx="8537178" cy="140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1469"/>
              </a:lnSpc>
            </a:pPr>
            <a:r>
              <a:rPr lang="ar-EG" b="true" sz="8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فہرست 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834662" y="4377503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69978" y="4435366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84987" y="4377503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231F20"/>
                </a:solidFill>
                <a:latin typeface="Bobby Jones"/>
                <a:ea typeface="Bobby Jones"/>
                <a:cs typeface="Bobby Jones"/>
                <a:sym typeface="Bobby Jones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78504" y="5381649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جدید دور میں سیرت کی اہمیت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31298" y="5381649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سیرت کیا ہے اور مطالعۂ سیرت کی اہمیت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04901" y="5067324"/>
            <a:ext cx="2560172" cy="94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</a:p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اخلاقی اصلاح اور سیرت پر</a:t>
            </a: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 عمل کی ضرورت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88615" y="4400156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32457" y="5404302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معاشرتی زندگی میں رہنمائی اور امن کا پیغام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34662" y="6820343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07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69978" y="6878206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84987" y="6820343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231F20"/>
                </a:solidFill>
                <a:latin typeface="Bobby Jones"/>
                <a:ea typeface="Bobby Jones"/>
                <a:cs typeface="Bobby Jones"/>
                <a:sym typeface="Bobby Jones"/>
              </a:rPr>
              <a:t>06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78504" y="7824490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سیرتِ نبوی ﷺ اور تعلیم و تربیت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31298" y="7824490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قیادت، نظم و نسق اور عدل و انصاف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04901" y="7824490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دعوت</a:t>
            </a: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 و تبلیغ اور انفرادی و</a:t>
            </a: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 اجتماعی کامیابی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88615" y="6842996"/>
            <a:ext cx="1280086" cy="9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67"/>
              </a:lnSpc>
            </a:pPr>
            <a:r>
              <a:rPr lang="en-US" sz="776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08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32457" y="7847143"/>
            <a:ext cx="2560172" cy="6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01"/>
              </a:lnSpc>
            </a:pPr>
            <a:r>
              <a:rPr lang="ar-EG" sz="20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سیرتِ نبوی ﷺ اور خواتین کے حقوق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سیرت کیا ہے اور مطالعۂ سیرت کی اہمیت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508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</a:p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سیرتِ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 نبوی ﷺ سے مراد حضور ﷺ کی مکمل زندگی ہے، جس میں آپ ﷺ کے اقوال، افعال اور اخلاق شامل ہیں۔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مطالعۂ سیرت ہمیں زندگی گزارنے کا بہترین طریقہ سکھاتا ہے اور ہمیں ایک مثالی انسان بننے میں مدد دیتا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یہ ہمیں دین کو صحیح طور پر سمجھنے اور اس پر عمل کرنے کی ترغیب دیتا ہے۔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اخلاقی اصلاح اور سیرت پر عمل کی ضرورت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38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</a:p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سیرتِ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 نبوی ﷺ انسان کے اخلاق کو بہتر بنانے کا بہترین ذریعہ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یہ ہمیں سچائی، صبر، برداشت اور دیانت داری سکھاتی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صرف سیرت پڑھنا کافی نہیں بلکہ اس پر عمل کرنا ضروری ہے تاکہ ہم اپنی زندگی کو بہتر بنا سکیں۔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جدید دور میں سیرت کی اہمیت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38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آج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 کے دور میں انسان ذہنی دباؤ اور بے سکونی کا شکار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 ہمیں صبر، برداشت اور متوازن زندگی گزارنے کا طریقہ سکھاتی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یہ ہمیں سکھاتی ہے کہ مشکلات کا سامنا حکمت اور صبر کے ساتھ کیسے کیا جائے۔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معاشرتی زندگی میں رہنمائی اور امن کا پیغام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38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</a:p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 ہمیں ایک بہترین معاشرہ بنانے کے اصول سکھاتی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یہ ہمیں دوسروں کے حقوق کا خیال رکھنے، انصاف کرنے اور محبت سے رہنے کی تعلیم دیتی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اسلام کا بنیادی پیغام امن اور بھائی چارہ ہے۔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قیادت، نظم و نسق اور عدل و انصاف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381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</a:p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نبی کریم ﷺ کی زندگی بہترین قیادت کا نمونہ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آپ ﷺ نے ہمیشہ انصاف، مشاورت اور دیانت داری کو فروغ دیا۔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 ہمیں سکھاتی ہے کہ ایک اچھا لیڈر وہ ہوتا ہے جو انصاف کرے اور عوام کی خدمت کرے۔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دعوت و تبلیغ اور انفرادی و اجتماعی کامیابی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44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</a:p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 ہمیں دین کو نرمی اور حکمت کے ساتھ پھیلانے کا طریقہ سکھاتی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یہ ہمیں سکھاتی ہے کہ اچھے اخلاق کے ذریعے لوگوں کے دل جیتے جا سکتے ہیں۔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 پر عمل کرنے سے فرد اور معاشرہ دونوں کامیاب ہوتے ہیں۔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سیرتِ نبوی ﷺ اور تعلیم و تربیت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253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نبی کریم ﷺ ایک بہترین معلم تھے جنہوں نے لوگوں کو آسان اور مؤثر طریقے سے تعلیم دی۔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آپ ﷺ نے علم کے ساتھ ساتھ کردار سازی پر بھی زور دیا۔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 ہمیں سکھاتی ہے کہ تعلیم کا مقصد ایک اچھا انسان بننا ہے۔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12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سیرتِ نبوی ﷺ اور خواتین کے حقوق</a:t>
            </a: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253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ا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سلام نے خواتین کو عزت اور حقوق عطا کیے۔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نبی کریم ﷺ نے خواتین کے ساتھ حسنِ سلوک کی تعلیم دی۔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 ہمیں سکھاتی ہے کہ خواتین کو معاشرے میں عزت اور انصاف دینا ضروری ہے۔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890" y="2078208"/>
            <a:ext cx="12435795" cy="213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69"/>
              </a:lnSpc>
            </a:pPr>
            <a:r>
              <a:rPr lang="ar-EG" b="true" sz="5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نتیجہ</a:t>
            </a:r>
          </a:p>
          <a:p>
            <a:pPr algn="ctr" rtl="true">
              <a:lnSpc>
                <a:spcPts val="7269"/>
              </a:lnSpc>
            </a:pPr>
          </a:p>
          <a:p>
            <a:pPr algn="just">
              <a:lnSpc>
                <a:spcPts val="2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78237"/>
            <a:ext cx="11930911" cy="44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96"/>
              </a:lnSpc>
            </a:pPr>
          </a:p>
          <a:p>
            <a:pPr algn="r">
              <a:lnSpc>
                <a:spcPts val="5096"/>
              </a:lnSpc>
            </a:pP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سیرتِ نبوی ﷺ ہماری زندگی کے لیے ایک مکمل رہنمائی فراہم کرتی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یہ ہمیں اچھے اخلاق، صبر، انصاف اور محبت کا درس دیتی ہے۔</a:t>
            </a:r>
          </a:p>
          <a:p>
            <a:pPr algn="r">
              <a:lnSpc>
                <a:spcPts val="5096"/>
              </a:lnSpc>
            </a:pPr>
            <a:r>
              <a:rPr lang="en-US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</a:t>
            </a:r>
            <a:r>
              <a:rPr lang="ar-EG" sz="364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  <a:rtl val="true"/>
              </a:rPr>
              <a:t>اگر ہم سیرتِ نبوی ﷺ پر عمل کریں تو ہم ایک کامیاب فرد اور بہترین معاشرہ قائم کر سکتے ہیں۔</a:t>
            </a:r>
          </a:p>
          <a:p>
            <a:pPr algn="r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832415" y="3725812"/>
            <a:ext cx="1062317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10403" y="4023304"/>
            <a:ext cx="10972730" cy="193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4970"/>
              </a:lnSpc>
            </a:pPr>
            <a:r>
              <a:rPr lang="ar-EG" b="true" sz="13366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  <a:rtl val="true"/>
              </a:rPr>
              <a:t>شکریہ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897880" y="6054583"/>
            <a:ext cx="6492240" cy="0"/>
          </a:xfrm>
          <a:prstGeom prst="line">
            <a:avLst/>
          </a:prstGeom>
          <a:ln cap="flat" w="38100">
            <a:solidFill>
              <a:srgbClr val="AA8C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897880" y="6299787"/>
            <a:ext cx="6492240" cy="195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7"/>
              </a:lnSpc>
            </a:pPr>
            <a:r>
              <a:rPr lang="en-US" sz="3748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Presented By, </a:t>
            </a:r>
          </a:p>
          <a:p>
            <a:pPr algn="ctr">
              <a:lnSpc>
                <a:spcPts val="5247"/>
              </a:lnSpc>
            </a:pPr>
            <a:r>
              <a:rPr lang="en-US" sz="3748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M. Ibtihaj</a:t>
            </a:r>
          </a:p>
          <a:p>
            <a:pPr algn="ctr">
              <a:lnSpc>
                <a:spcPts val="5247"/>
              </a:lnSpc>
            </a:pPr>
            <a:r>
              <a:rPr lang="en-US" sz="3748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Sohail Abbas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DAHG8DN28Ts</dc:identifier>
  <dcterms:modified xsi:type="dcterms:W3CDTF">2011-08-01T06:04:30Z</dcterms:modified>
  <cp:revision>1</cp:revision>
  <dc:title> Group # 02 ( مطالعۂ سیرت کی اہمیت ) </dc:title>
</cp:coreProperties>
</file>